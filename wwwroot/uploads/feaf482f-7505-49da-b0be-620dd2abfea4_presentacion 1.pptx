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E7245-EE81-AB88-0496-C8A6094DD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01F530-16CA-79B7-EC8F-AF1E9009B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0ADF7C-FA5A-27C4-77D8-5D695B8C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D6962-5A21-ADC8-F12E-1C556DBA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309638-E5AB-E265-77D7-47CF87E1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6485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55A8D-991B-D60C-F703-5EBD9040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81586-C3E9-CB0E-3C09-D4A010DD8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B443C-AC66-4C8C-F125-C8D7ACD0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F77E6A-2C81-A651-8223-BF4FF087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A8BC2F-FD1E-DE74-B088-645ED5F1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26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76834-8AA6-A9B7-2848-C369A710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DE5D54-58B3-C6F7-1FE3-98E123A07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D89B93-2B1C-4B31-8737-ADBF9566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4BD97C-BFE6-3BFD-8FD9-8E025557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620F3-0932-0CCF-8BB9-2DF0FD909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8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4F995-8009-D8DF-1E60-A7BA702F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D59E88-8EA1-B29A-BD48-2B688475E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0BF28C-F3D2-3A36-10BC-7E88E103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0C860A-339E-F4E5-3BBE-0C699E3D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B4CDBC-E216-2CF2-8F44-6F2B7A61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0646AE-A41A-90F0-F5C5-F231D392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3353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3F92B-9E6D-341F-D129-CD84D3AC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F931BC-AB29-91F9-CEC9-A163E2DA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A7F072-988D-2AE8-538E-F85604417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B3F563-C1D3-FE7F-E0DD-0DF2DE6D9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A4592E-0EFE-48D8-3ACD-88C0FDD8C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560D69-7C70-C441-9737-36694A3E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454CDF-07CF-F63F-0F09-D7C4D280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6E090AA-258B-8492-BE8F-0F9D584D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547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6F70A-6D4E-3AA9-3F43-11A1BA33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E280A7-54D7-7734-1A12-16B5B790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DEE5DA-184E-5CBD-A167-5ED876F6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91C892-DFEA-60FC-0870-5A5796ED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726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E540E0-379C-1F77-81AF-623C1ADF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D0E162-761A-6763-1C62-5297DC62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DDDDB0-162F-43D6-5D24-E34B562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850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2652E-F634-29B6-69F5-3FAADCDB2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2CD910-DC7D-C618-01A2-E1C4D1FA4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96E76D-1A63-277E-E487-53ECBF827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505FBA-45EE-AFB9-7437-DB84E190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E85F30-2897-137F-BC81-541A525C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AD6DDE-4C08-4F27-4EFE-C05B21B6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955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7D702-FC54-52C9-7B9B-C403E1AE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8178F2-CCC0-98EF-1286-F26C5A183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F9D2E9-CA16-5DD9-8EA0-507F9724F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81C5D8-DAB3-D4D0-354A-85F28849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93B60A-8966-5DAF-C2C4-3D00344B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136D4B-81DA-121F-A1E2-7160EAD5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59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E6FDF-7A32-1FBB-DBED-E25518F5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803099-6F8D-F002-0E85-E6C02E820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B50EF2-FA95-6B8E-75F2-3F9A4941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C8BE9-F379-927D-7065-DC7A9F43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E6B64A-D6B0-E026-0169-D58127A1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851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2AA4F3-08E6-3323-39D0-14400A655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7BC224-AE69-C7B4-50C3-5809B0028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3CEFF0-77B0-ECA3-469E-DD1DCA1E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4B61DF-1FEA-ABD1-2600-AFB0F542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4F4B1E-9788-744C-BC43-7D7EB01C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718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E071CA-B176-A3D5-FFCA-375CA44D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E3830F-EE9E-24EE-9C2F-EA54ED90E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C6BB79-9FA7-412A-B6FD-CA6251051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CE5AB-E981-430F-8E05-DE7ED7F63031}" type="datetimeFigureOut">
              <a:rPr lang="es-MX" smtClean="0"/>
              <a:t>19/05/2026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509251-FF8F-23A6-E736-53FAB7BED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45DB70-3632-5E61-2B78-073D61968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4E52D-E8E0-4CAE-9173-883FF838E3D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956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494C2D-3144-2961-0367-C2DC785DD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fvervf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D9A19F-C694-D123-9D05-F836406C87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89800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fvervf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Antonio Bastar de la  Fuente</dc:creator>
  <cp:lastModifiedBy>Marco Antonio Bastar de la  Fuente</cp:lastModifiedBy>
  <cp:revision>1</cp:revision>
  <dcterms:created xsi:type="dcterms:W3CDTF">2026-05-19T23:34:29Z</dcterms:created>
  <dcterms:modified xsi:type="dcterms:W3CDTF">2026-05-19T23:34:34Z</dcterms:modified>
</cp:coreProperties>
</file>